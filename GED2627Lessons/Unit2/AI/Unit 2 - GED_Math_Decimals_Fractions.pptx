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 snapToObjects="1">
      <p:cViewPr varScale="1">
        <p:scale>
          <a:sx n="103" d="100"/>
          <a:sy n="103" d="100"/>
        </p:scale>
        <p:origin x="17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Fox" userId="c062141f-7bff-41ad-b869-81a7335e14c9" providerId="ADAL" clId="{E513FF60-25A6-5885-9269-7DFA9BAD61A4}"/>
    <pc:docChg chg="custSel modSld">
      <pc:chgData name="Paul Fox" userId="c062141f-7bff-41ad-b869-81a7335e14c9" providerId="ADAL" clId="{E513FF60-25A6-5885-9269-7DFA9BAD61A4}" dt="2025-11-06T00:58:58.761" v="12" actId="14100"/>
      <pc:docMkLst>
        <pc:docMk/>
      </pc:docMkLst>
      <pc:sldChg chg="modSp mod">
        <pc:chgData name="Paul Fox" userId="c062141f-7bff-41ad-b869-81a7335e14c9" providerId="ADAL" clId="{E513FF60-25A6-5885-9269-7DFA9BAD61A4}" dt="2025-11-06T00:58:24.952" v="1" actId="27636"/>
        <pc:sldMkLst>
          <pc:docMk/>
          <pc:sldMk cId="0" sldId="257"/>
        </pc:sldMkLst>
        <pc:spChg chg="mod">
          <ac:chgData name="Paul Fox" userId="c062141f-7bff-41ad-b869-81a7335e14c9" providerId="ADAL" clId="{E513FF60-25A6-5885-9269-7DFA9BAD61A4}" dt="2025-11-06T00:58:24.952" v="1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8:29.292" v="3" actId="27636"/>
        <pc:sldMkLst>
          <pc:docMk/>
          <pc:sldMk cId="0" sldId="258"/>
        </pc:sldMkLst>
        <pc:spChg chg="mod">
          <ac:chgData name="Paul Fox" userId="c062141f-7bff-41ad-b869-81a7335e14c9" providerId="ADAL" clId="{E513FF60-25A6-5885-9269-7DFA9BAD61A4}" dt="2025-11-06T00:58:29.292" v="3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8:33.749" v="5" actId="27636"/>
        <pc:sldMkLst>
          <pc:docMk/>
          <pc:sldMk cId="0" sldId="259"/>
        </pc:sldMkLst>
        <pc:spChg chg="mod">
          <ac:chgData name="Paul Fox" userId="c062141f-7bff-41ad-b869-81a7335e14c9" providerId="ADAL" clId="{E513FF60-25A6-5885-9269-7DFA9BAD61A4}" dt="2025-11-06T00:58:33.749" v="5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8:40.753" v="7" actId="27636"/>
        <pc:sldMkLst>
          <pc:docMk/>
          <pc:sldMk cId="0" sldId="260"/>
        </pc:sldMkLst>
        <pc:spChg chg="mod">
          <ac:chgData name="Paul Fox" userId="c062141f-7bff-41ad-b869-81a7335e14c9" providerId="ADAL" clId="{E513FF60-25A6-5885-9269-7DFA9BAD61A4}" dt="2025-11-06T00:58:40.753" v="7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8:47.194" v="9" actId="27636"/>
        <pc:sldMkLst>
          <pc:docMk/>
          <pc:sldMk cId="0" sldId="261"/>
        </pc:sldMkLst>
        <pc:spChg chg="mod">
          <ac:chgData name="Paul Fox" userId="c062141f-7bff-41ad-b869-81a7335e14c9" providerId="ADAL" clId="{E513FF60-25A6-5885-9269-7DFA9BAD61A4}" dt="2025-11-06T00:58:47.194" v="9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8:54.006" v="11" actId="27636"/>
        <pc:sldMkLst>
          <pc:docMk/>
          <pc:sldMk cId="0" sldId="262"/>
        </pc:sldMkLst>
        <pc:spChg chg="mod">
          <ac:chgData name="Paul Fox" userId="c062141f-7bff-41ad-b869-81a7335e14c9" providerId="ADAL" clId="{E513FF60-25A6-5885-9269-7DFA9BAD61A4}" dt="2025-11-06T00:58:54.006" v="11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aul Fox" userId="c062141f-7bff-41ad-b869-81a7335e14c9" providerId="ADAL" clId="{E513FF60-25A6-5885-9269-7DFA9BAD61A4}" dt="2025-11-06T00:58:58.761" v="12" actId="14100"/>
        <pc:sldMkLst>
          <pc:docMk/>
          <pc:sldMk cId="0" sldId="263"/>
        </pc:sldMkLst>
        <pc:spChg chg="mod">
          <ac:chgData name="Paul Fox" userId="c062141f-7bff-41ad-b869-81a7335e14c9" providerId="ADAL" clId="{E513FF60-25A6-5885-9269-7DFA9BAD61A4}" dt="2025-11-06T00:58:58.761" v="12" actId="14100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GED Math Unit: Decimals and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lesson set with examples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1: Understanding and Comparing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0633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Objectives:</a:t>
            </a:r>
          </a:p>
          <a:p>
            <a:r>
              <a:rPr dirty="0"/>
              <a:t>- Understand place value of decimals</a:t>
            </a:r>
          </a:p>
          <a:p>
            <a:r>
              <a:rPr dirty="0"/>
              <a:t>- Compare and order decimals</a:t>
            </a:r>
          </a:p>
          <a:p>
            <a:r>
              <a:rPr dirty="0"/>
              <a:t>- Convert between decimals and fractions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0.45 = forty-five hundredths</a:t>
            </a:r>
          </a:p>
          <a:p>
            <a:r>
              <a:rPr dirty="0"/>
              <a:t>2. 0.7 &gt; 0.65</a:t>
            </a:r>
          </a:p>
          <a:p>
            <a:r>
              <a:rPr dirty="0"/>
              <a:t>3. 0.25 = 1/4</a:t>
            </a:r>
          </a:p>
          <a:p>
            <a:r>
              <a:rPr dirty="0"/>
              <a:t>4. 3/10 = 0.3</a:t>
            </a:r>
          </a:p>
          <a:p>
            <a:r>
              <a:rPr dirty="0"/>
              <a:t>5. Order: 0.5, 0.506, 0.56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2: Operations with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05184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Objectives:</a:t>
            </a:r>
          </a:p>
          <a:p>
            <a:r>
              <a:rPr dirty="0"/>
              <a:t>- Add, subtract, multiply, and divide decimals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4.52 + 3.6 = 8.12</a:t>
            </a:r>
          </a:p>
          <a:p>
            <a:r>
              <a:rPr dirty="0"/>
              <a:t>2. 5.7 - 2.45 = 3.25</a:t>
            </a:r>
          </a:p>
          <a:p>
            <a:r>
              <a:rPr dirty="0"/>
              <a:t>3. 0.4 × 0.6 = 0.24</a:t>
            </a:r>
          </a:p>
          <a:p>
            <a:r>
              <a:rPr dirty="0"/>
              <a:t>4. 6.3 ÷ 0.9 = 7</a:t>
            </a:r>
          </a:p>
          <a:p>
            <a:r>
              <a:rPr dirty="0"/>
              <a:t>5. 0.25 × 12 = 3.00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3: Understanding Fractions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55757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Objectives:</a:t>
            </a:r>
          </a:p>
          <a:p>
            <a:r>
              <a:rPr dirty="0"/>
              <a:t>- Identify parts of a fraction</a:t>
            </a:r>
          </a:p>
          <a:p>
            <a:r>
              <a:rPr dirty="0"/>
              <a:t>- Simplify and find equivalent fractions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3/5 → numerator = 3, denominator = 5</a:t>
            </a:r>
          </a:p>
          <a:p>
            <a:r>
              <a:rPr dirty="0"/>
              <a:t>2. 8/12 = 2/3</a:t>
            </a:r>
          </a:p>
          <a:p>
            <a:r>
              <a:rPr dirty="0"/>
              <a:t>3. 1/2 = 5/10</a:t>
            </a:r>
          </a:p>
          <a:p>
            <a:r>
              <a:rPr dirty="0"/>
              <a:t>4. 45/60 = 3/4</a:t>
            </a:r>
          </a:p>
          <a:p>
            <a:r>
              <a:rPr dirty="0"/>
              <a:t>5. 4/8 = 1/2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4: Operations with Fractions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29897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Objectives:</a:t>
            </a:r>
          </a:p>
          <a:p>
            <a:r>
              <a:rPr dirty="0"/>
              <a:t>- Add, subtract, multiply, and divide fractions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1/4 + 2/4 = 3/4</a:t>
            </a:r>
          </a:p>
          <a:p>
            <a:r>
              <a:rPr dirty="0"/>
              <a:t>2. 3/8 - 1/8 = 1/4</a:t>
            </a:r>
          </a:p>
          <a:p>
            <a:r>
              <a:rPr dirty="0"/>
              <a:t>3. 2/3 × 3/4 = 1/2</a:t>
            </a:r>
          </a:p>
          <a:p>
            <a:r>
              <a:rPr dirty="0"/>
              <a:t>4. 5/6 ÷ 2/3 = 1 1/4</a:t>
            </a:r>
          </a:p>
          <a:p>
            <a:r>
              <a:rPr dirty="0"/>
              <a:t>5. 1/2 + 1/3 =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5: Converting Between Fractions and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8047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Objectives:</a:t>
            </a:r>
          </a:p>
          <a:p>
            <a:r>
              <a:rPr dirty="0"/>
              <a:t>- Convert between fractions and decimals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1/4 = 0.25</a:t>
            </a:r>
          </a:p>
          <a:p>
            <a:r>
              <a:rPr dirty="0"/>
              <a:t>2. 2/5 = 0.4</a:t>
            </a:r>
          </a:p>
          <a:p>
            <a:r>
              <a:rPr dirty="0"/>
              <a:t>3. 0.75 = 3/4</a:t>
            </a:r>
          </a:p>
          <a:p>
            <a:r>
              <a:rPr dirty="0"/>
              <a:t>4. 0.333... = 1/3</a:t>
            </a:r>
          </a:p>
          <a:p>
            <a:r>
              <a:rPr dirty="0"/>
              <a:t>5. 0.875 = 7/8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6: Applications of Decimals and Fractions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54611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Objectives:</a:t>
            </a:r>
          </a:p>
          <a:p>
            <a:r>
              <a:rPr dirty="0"/>
              <a:t>- Solve real-world problems using decimals and fractions</a:t>
            </a:r>
          </a:p>
          <a:p>
            <a:endParaRPr dirty="0"/>
          </a:p>
          <a:p>
            <a:r>
              <a:rPr dirty="0"/>
              <a:t>Worked Examples:</a:t>
            </a:r>
          </a:p>
          <a:p>
            <a:r>
              <a:rPr dirty="0"/>
              <a:t>1. $19.99 + $1.60 = $21.59</a:t>
            </a:r>
          </a:p>
          <a:p>
            <a:r>
              <a:rPr dirty="0"/>
              <a:t>2. 3/4 - 1/2 = 1/4 mile</a:t>
            </a:r>
          </a:p>
          <a:p>
            <a:r>
              <a:rPr dirty="0"/>
              <a:t>3. 0.6 × 50 = 30</a:t>
            </a:r>
          </a:p>
          <a:p>
            <a:r>
              <a:rPr dirty="0"/>
              <a:t>4. 1/2 + 1/4 = 3/4 cup</a:t>
            </a:r>
          </a:p>
          <a:p>
            <a:r>
              <a:rPr dirty="0"/>
              <a:t>5. $5.00 - $3.25 = $1.75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66968"/>
          </a:xfrm>
        </p:spPr>
        <p:txBody>
          <a:bodyPr/>
          <a:lstStyle/>
          <a:p>
            <a:r>
              <a:t>• Decimals and fractions represent parts of a whole</a:t>
            </a:r>
          </a:p>
          <a:p>
            <a:r>
              <a:t>• Operations follow consistent patterns</a:t>
            </a:r>
          </a:p>
          <a:p>
            <a:r>
              <a:t>• Conversion between decimals and fractions is key</a:t>
            </a:r>
          </a:p>
          <a:p>
            <a:r>
              <a:t>• Apply skills to real-world contexts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379</Words>
  <Application>Microsoft Macintosh PowerPoint</Application>
  <PresentationFormat>On-screen Show (4:3)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GED Math Unit: Decimals and Fractions</vt:lpstr>
      <vt:lpstr>Lesson 1: Understanding and Comparing Decimals</vt:lpstr>
      <vt:lpstr>Lesson 2: Operations with Decimals</vt:lpstr>
      <vt:lpstr>Lesson 3: Understanding Fractions</vt:lpstr>
      <vt:lpstr>Lesson 4: Operations with Fractions</vt:lpstr>
      <vt:lpstr>Lesson 5: Converting Between Fractions and Decimals</vt:lpstr>
      <vt:lpstr>Lesson 6: Applications of Decimals and Fractions</vt:lpstr>
      <vt:lpstr>Summary and 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Fox</cp:lastModifiedBy>
  <cp:revision>1</cp:revision>
  <dcterms:created xsi:type="dcterms:W3CDTF">2013-01-27T09:14:16Z</dcterms:created>
  <dcterms:modified xsi:type="dcterms:W3CDTF">2025-11-06T00:59:03Z</dcterms:modified>
  <cp:category/>
</cp:coreProperties>
</file>